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5"/>
  </p:sldMasterIdLst>
  <p:notesMasterIdLst>
    <p:notesMasterId r:id="rId12"/>
  </p:notesMasterIdLst>
  <p:handoutMasterIdLst>
    <p:handoutMasterId r:id="rId13"/>
  </p:handoutMasterIdLst>
  <p:sldIdLst>
    <p:sldId id="260" r:id="rId6"/>
    <p:sldId id="272" r:id="rId7"/>
    <p:sldId id="266" r:id="rId8"/>
    <p:sldId id="273" r:id="rId9"/>
    <p:sldId id="271" r:id="rId10"/>
    <p:sldId id="265" r:id="rId11"/>
  </p:sldIdLst>
  <p:sldSz cx="12190413" cy="6858000"/>
  <p:notesSz cx="6797675" cy="9928225"/>
  <p:custDataLst>
    <p:tags r:id="rId14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90000"/>
    <a:srgbClr val="000000"/>
    <a:srgbClr val="FFCC00"/>
    <a:srgbClr val="FF6600"/>
    <a:srgbClr val="FF00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6098" autoAdjust="0"/>
  </p:normalViewPr>
  <p:slideViewPr>
    <p:cSldViewPr showGuides="1">
      <p:cViewPr varScale="1">
        <p:scale>
          <a:sx n="104" d="100"/>
          <a:sy n="104" d="100"/>
        </p:scale>
        <p:origin x="126" y="10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3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3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091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3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30091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3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017" y="0"/>
            <a:ext cx="2945659" cy="49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6125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358" y="4715907"/>
            <a:ext cx="4984961" cy="4467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814"/>
            <a:ext cx="2945659" cy="49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017" y="9431814"/>
            <a:ext cx="2945659" cy="49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11303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13678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1213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dirty="0"/>
              <a:t>Click to add title one line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 dirty="0"/>
              <a:t>Click to add title one line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 dirty="0"/>
              <a:t>Click to add title one line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spcBef>
                <a:spcPts val="0"/>
              </a:spcBef>
              <a:defRPr sz="700" b="0">
                <a:noFill/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endParaRPr lang="en-GB" dirty="0"/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3.xml"/><Relationship Id="rId1" Type="http://schemas.openxmlformats.org/officeDocument/2006/relationships/customXml" Target="../../customXml/item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358EA-4D5B-461F-997D-DE6729900D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Mininet-WiFi exercise (Part 2)</a:t>
            </a: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8CE6942-A17C-4247-86C6-41FACF7E9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Course 34351 Access- and Home Networks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Mininet-WiFi exercise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The Mininet-WiFi exercise is one of the mandatory exercises in course 34351</a:t>
            </a:r>
          </a:p>
          <a:p>
            <a:endParaRPr lang="en-GB"/>
          </a:p>
          <a:p>
            <a:r>
              <a:rPr lang="en-GB"/>
              <a:t>Takes place over four consecutive weeks: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</a:t>
            </a:fld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861271"/>
              </p:ext>
            </p:extLst>
          </p:nvPr>
        </p:nvGraphicFramePr>
        <p:xfrm>
          <a:off x="1773238" y="2708920"/>
          <a:ext cx="907449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624">
                  <a:extLst>
                    <a:ext uri="{9D8B030D-6E8A-4147-A177-3AD203B41FA5}">
                      <a16:colId xmlns:a16="http://schemas.microsoft.com/office/drawing/2014/main" val="1556840463"/>
                    </a:ext>
                  </a:extLst>
                </a:gridCol>
                <a:gridCol w="7848872">
                  <a:extLst>
                    <a:ext uri="{9D8B030D-6E8A-4147-A177-3AD203B41FA5}">
                      <a16:colId xmlns:a16="http://schemas.microsoft.com/office/drawing/2014/main" val="13686200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/>
                        <a:t>Date</a:t>
                      </a:r>
                      <a:endParaRPr lang="da-DK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Topic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2025-02-13</a:t>
                      </a:r>
                      <a:endParaRPr lang="da-DK" sz="16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Introduction to Mininet-WiFi, Getting</a:t>
                      </a:r>
                      <a:r>
                        <a:rPr lang="en-GB" sz="1600" baseline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the software installed and tested</a:t>
                      </a:r>
                      <a:r>
                        <a:rPr lang="en-GB" sz="1600" b="1" baseline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GB" sz="1600" b="1" baseline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da-DK" sz="1600" b="1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195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2025-02-20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Exercise</a:t>
                      </a:r>
                      <a:r>
                        <a:rPr lang="en-GB" sz="1600" baseline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part 1</a:t>
                      </a:r>
                      <a:r>
                        <a:rPr lang="en-GB" sz="1600" b="1" baseline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GB" sz="1600" b="1" baseline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157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2025-02-27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Exercise part 2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227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2025-03-06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Wrap-up if there are parts</a:t>
                      </a:r>
                      <a:r>
                        <a:rPr lang="en-GB" sz="1600" baseline="0"/>
                        <a:t> you’re missing – otherwise work on your journal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15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2025-03-13</a:t>
                      </a:r>
                      <a:endParaRPr lang="da-DK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Deadline for handing-in the journal</a:t>
                      </a:r>
                      <a:r>
                        <a:rPr lang="en-GB" sz="1600" baseline="0"/>
                        <a:t> to the assignment on DTU Learn @13.00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283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2334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General tips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Disable Linux’s built-in network-manager (</a:t>
            </a:r>
            <a:r>
              <a:rPr lang="da-DK" i="1"/>
              <a:t>should be done every time the VM is started</a:t>
            </a:r>
            <a:r>
              <a:rPr lang="da-DK"/>
              <a:t>):</a:t>
            </a:r>
          </a:p>
          <a:p>
            <a:pPr lvl="1"/>
            <a:r>
              <a:rPr lang="da-DK"/>
              <a:t>Linux CLI:</a:t>
            </a: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sudo systemctl stop NetworkManager.service</a:t>
            </a:r>
          </a:p>
          <a:p>
            <a:pPr lvl="0"/>
            <a:endParaRPr lang="da-DK"/>
          </a:p>
          <a:p>
            <a:pPr lvl="0"/>
            <a:r>
              <a:rPr lang="da-DK"/>
              <a:t>Saving Mininet-WiFi output (but unfortunately not your input):</a:t>
            </a:r>
          </a:p>
          <a:p>
            <a:pPr lvl="1"/>
            <a:r>
              <a:rPr lang="da-DK"/>
              <a:t>Linux CLI:</a:t>
            </a: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sudo python </a:t>
            </a:r>
            <a:r>
              <a:rPr lang="da-DK" b="1" i="1">
                <a:latin typeface="Courier New" panose="02070309020205020404" pitchFamily="49" charset="0"/>
                <a:cs typeface="Courier New" panose="02070309020205020404" pitchFamily="49" charset="0"/>
              </a:rPr>
              <a:t>myscript</a:t>
            </a: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.py 2&gt;&amp;1 | tee outputfile.txt</a:t>
            </a:r>
          </a:p>
          <a:p>
            <a:pPr lvl="0"/>
            <a:endParaRPr lang="da-DK"/>
          </a:p>
          <a:p>
            <a:pPr lvl="0"/>
            <a:r>
              <a:rPr lang="da-DK"/>
              <a:t>Resetting Mininet-WiFi (</a:t>
            </a:r>
            <a:r>
              <a:rPr lang="da-DK" i="1"/>
              <a:t>good practice if the emulator is not terminated correctly</a:t>
            </a:r>
            <a:r>
              <a:rPr lang="da-DK"/>
              <a:t>):</a:t>
            </a:r>
          </a:p>
          <a:p>
            <a:pPr lvl="1"/>
            <a:r>
              <a:rPr lang="da-DK"/>
              <a:t>Linux CLI:</a:t>
            </a: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sudo mn -c</a:t>
            </a:r>
          </a:p>
          <a:p>
            <a:pPr lvl="0"/>
            <a:endParaRPr lang="da-DK"/>
          </a:p>
          <a:p>
            <a:pPr lvl="0"/>
            <a:r>
              <a:rPr lang="da-DK"/>
              <a:t>Use the up and down arrow keys on your keyboard to</a:t>
            </a:r>
            <a:br>
              <a:rPr lang="da-DK"/>
            </a:br>
            <a:r>
              <a:rPr lang="da-DK"/>
              <a:t>quickly scroll up and down in your command history.</a:t>
            </a:r>
            <a:br>
              <a:rPr lang="da-DK"/>
            </a:br>
            <a:r>
              <a:rPr lang="da-DK"/>
              <a:t>(Both the Linux CLI and the Mininet-WiFi CLI)</a:t>
            </a:r>
          </a:p>
          <a:p>
            <a:endParaRPr lang="da-DK"/>
          </a:p>
        </p:txBody>
      </p:sp>
      <p:pic>
        <p:nvPicPr>
          <p:cNvPr id="1026" name="Picture 2" descr="Arrow Keys-up Down - Arrow Keys Cartoon PNG Image | Transparent PNG Free  Download on Seek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3358" y="4509120"/>
            <a:ext cx="2915295" cy="1685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9782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0076-18E8-B4EB-ADE9-28436F893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Testing throughput with iperf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E8903-7B69-7080-787C-6E0235C8A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Start the iperf server in an xterm window, e.g.,</a:t>
            </a:r>
          </a:p>
          <a:p>
            <a:pPr lvl="1"/>
            <a:r>
              <a:rPr lang="en-GB"/>
              <a:t>In the Mininet-CLI: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xterm &lt;serverdevice&gt;</a:t>
            </a:r>
          </a:p>
          <a:p>
            <a:pPr lvl="2"/>
            <a:r>
              <a:rPr lang="en-GB"/>
              <a:t>Change the font size by Ctrl + Rightclick in the xterm window</a:t>
            </a:r>
          </a:p>
          <a:p>
            <a:pPr lvl="1"/>
            <a:r>
              <a:rPr lang="en-GB"/>
              <a:t>In the xterm window that opens: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iperf -s</a:t>
            </a:r>
          </a:p>
          <a:p>
            <a:endParaRPr lang="en-GB"/>
          </a:p>
          <a:p>
            <a:r>
              <a:rPr lang="en-GB"/>
              <a:t>Start the iperf client in the Mininet-CLI, e.g.,</a:t>
            </a:r>
          </a:p>
          <a:p>
            <a:pPr lvl="1"/>
            <a:r>
              <a:rPr lang="en-GB"/>
              <a:t>In the Mininet-CLI: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&lt;clientdevice&gt; iperf -c &lt;serverdevice&gt;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346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Mobility for a wireless station (here: sta1)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Defining a trajectory for a station (insert before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net.build() </a:t>
            </a:r>
            <a:r>
              <a:rPr lang="en-GB"/>
              <a:t>):</a:t>
            </a:r>
            <a:br>
              <a:rPr lang="en-GB"/>
            </a:br>
            <a:br>
              <a:rPr lang="en-GB"/>
            </a:b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net.startMobility(time = 0)</a:t>
            </a:r>
            <a:b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net.mobility(sta1, 'start', time = 20, position = 'x</a:t>
            </a:r>
            <a:r>
              <a:rPr lang="da-DK" b="1" baseline="-2500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,y</a:t>
            </a:r>
            <a:r>
              <a:rPr lang="da-DK" b="1" baseline="-2500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,z</a:t>
            </a:r>
            <a:r>
              <a:rPr lang="da-DK" b="1" baseline="-2500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  <a:b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net.mobility(sta1, 'stop', time = 40, position = 'x</a:t>
            </a:r>
            <a:r>
              <a:rPr lang="da-DK" b="1" baseline="-2500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,y</a:t>
            </a:r>
            <a:r>
              <a:rPr lang="da-DK" b="1" baseline="-2500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,z</a:t>
            </a:r>
            <a:r>
              <a:rPr lang="da-DK" b="1" baseline="-2500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  <a:b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net.stopMobility(time = 41)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261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Assignment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Start working on the two tasks in part 2 of the exercise manual</a:t>
            </a:r>
          </a:p>
          <a:p>
            <a:endParaRPr lang="en-GB"/>
          </a:p>
          <a:p>
            <a:r>
              <a:rPr lang="en-GB"/>
              <a:t>Add documentation to the lab journal from last time</a:t>
            </a:r>
          </a:p>
          <a:p>
            <a:endParaRPr lang="en-GB"/>
          </a:p>
          <a:p>
            <a:r>
              <a:rPr lang="en-GB"/>
              <a:t>Hand-in the complete lab journal on Learn</a:t>
            </a:r>
          </a:p>
          <a:p>
            <a:pPr lvl="1"/>
            <a:r>
              <a:rPr lang="en-GB"/>
              <a:t>Deadline: March 13</a:t>
            </a:r>
            <a:endParaRPr lang="da-DK"/>
          </a:p>
          <a:p>
            <a:pPr lvl="1"/>
            <a:r>
              <a:rPr lang="en-GB"/>
              <a:t>If you’re not finished today, there will be (some) time next week</a:t>
            </a:r>
          </a:p>
        </p:txBody>
      </p:sp>
    </p:spTree>
    <p:extLst>
      <p:ext uri="{BB962C8B-B14F-4D97-AF65-F5344CB8AC3E}">
        <p14:creationId xmlns:p14="http://schemas.microsoft.com/office/powerpoint/2010/main" val="41921192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3B38FA3B-2246-40E5-A61A-EA1559A3CD76}" vid="{D5F764FD-A73C-4B6C-BF48-3536DEB79AD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TemplateConfiguration><![CDATA[{"elementsMetadata":[{"type":"shape","id":"2fce62a0-f28a-44e1-a519-0cbe37b25f7a","elementConfiguration":{"binding":"UserProfile.Offices.Workarea_{{DocumentLanguage}}","disableUpdates":false,"type":"text"}},{"type":"shape","id":"58465eeb-cfe0-4970-97ec-88179dc0a9c2","elementConfiguration":{"binding":"Form.Date","format":"{{DateFormats.GeneralDate}}","disableUpdates":false,"type":"date"}},{"type":"shape","id":"5020bdfb-1912-4d6d-a5c3-71b7da283692","elementConfiguration":{"binding":"Form.PresentationTitle","disableUpdates":false,"type":"text"}},{"type":"shape","id":"8d5b95d1-8a23-4044-9620-bf5e7305a170","elementConfiguration":{"binding":"UserProfile.Offices.Workarea_{{DocumentLanguage}}","disableUpdates":false,"type":"text"}},{"type":"shape","id":"79fbb3c3-dd89-47ef-91e9-e0bd2bb0942f","elementConfiguration":{"binding":"Form.Date","format":"{{DateFormats.GeneralDate}}","disableUpdates":false,"type":"date"}},{"type":"shape","id":"5e9447ba-0dff-46ec-ac33-540c046ca40a","elementConfiguration":{"binding":"Form.PresentationTitle","disableUpdates":false,"type":"text"}}],"transformationConfigurations":[{"language":"{{DocumentLanguage}}","disableUpdates":false,"type":"proofingLanguage"}],"enableDocumentContentUpdater":true,"templateName":"DTU Template 16_9 - Corporate red","templateDescription":"","version":"1.2"}]]></TemplafyTemplateConfiguration>
</file>

<file path=customXml/item2.xml><?xml version="1.0" encoding="utf-8"?>
<TemplafySlideTemplateConfiguration><![CDATA[{"elementsMetadata":[],"enableDocumentContentUpdater":true,"documentContentValidatorConfiguration":{"enableDocumentContentValidator":false,"documentContentValidatorVersion":0},"slideId":"636837486369128185","version":"1.2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{"name":"Date","value":"4Xm7d242HGo446IH5nRjQA=="},{"name":"PresentationTitle","value":"ZR/I84ubq+6CkRKNk7nn9w=="}]}]]></TemplafyFormConfiguration>
</file>

<file path=customXml/itemProps1.xml><?xml version="1.0" encoding="utf-8"?>
<ds:datastoreItem xmlns:ds="http://schemas.openxmlformats.org/officeDocument/2006/customXml" ds:itemID="{1334258C-C3E7-4029-A615-C886A240FB15}">
  <ds:schemaRefs/>
</ds:datastoreItem>
</file>

<file path=customXml/itemProps2.xml><?xml version="1.0" encoding="utf-8"?>
<ds:datastoreItem xmlns:ds="http://schemas.openxmlformats.org/officeDocument/2006/customXml" ds:itemID="{11FAAC39-0A3A-4CC2-A9C1-60940B78AE17}">
  <ds:schemaRefs/>
</ds:datastoreItem>
</file>

<file path=customXml/itemProps3.xml><?xml version="1.0" encoding="utf-8"?>
<ds:datastoreItem xmlns:ds="http://schemas.openxmlformats.org/officeDocument/2006/customXml" ds:itemID="{56C8BFB2-A911-4310-9D4A-421D773FAFA6}">
  <ds:schemaRefs/>
</ds:datastoreItem>
</file>

<file path=customXml/itemProps4.xml><?xml version="1.0" encoding="utf-8"?>
<ds:datastoreItem xmlns:ds="http://schemas.openxmlformats.org/officeDocument/2006/customXml" ds:itemID="{05DC2B94-7C1B-4C14-83B0-9CD2A82C27E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596</TotalTime>
  <Words>398</Words>
  <Application>Microsoft Office PowerPoint</Application>
  <PresentationFormat>Custom</PresentationFormat>
  <Paragraphs>52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Courier New</vt:lpstr>
      <vt:lpstr>Verdana</vt:lpstr>
      <vt:lpstr>Wingdings</vt:lpstr>
      <vt:lpstr>Blank</vt:lpstr>
      <vt:lpstr>Mininet-WiFi exercise (Part 2)</vt:lpstr>
      <vt:lpstr>Mininet-WiFi exercise</vt:lpstr>
      <vt:lpstr>General tips</vt:lpstr>
      <vt:lpstr>Testing throughput with iperf</vt:lpstr>
      <vt:lpstr>Mobility for a wireless station (here: sta1)</vt:lpstr>
      <vt:lpstr>Assignment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Lars Staalhagen</dc:creator>
  <cp:lastModifiedBy>Lars Staalhagen</cp:lastModifiedBy>
  <cp:revision>30</cp:revision>
  <cp:lastPrinted>2021-09-17T10:27:06Z</cp:lastPrinted>
  <dcterms:created xsi:type="dcterms:W3CDTF">2021-09-16T10:59:16Z</dcterms:created>
  <dcterms:modified xsi:type="dcterms:W3CDTF">2025-02-19T15:02:43Z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enantId">
    <vt:lpwstr>dtu</vt:lpwstr>
  </property>
  <property fmtid="{D5CDD505-2E9C-101B-9397-08002B2CF9AE}" pid="4" name="TemplafyTemplateId">
    <vt:lpwstr>636784030496976655</vt:lpwstr>
  </property>
  <property fmtid="{D5CDD505-2E9C-101B-9397-08002B2CF9AE}" pid="5" name="TemplafyUserProfileId">
    <vt:lpwstr>636838302414865013</vt:lpwstr>
  </property>
  <property fmtid="{D5CDD505-2E9C-101B-9397-08002B2CF9AE}" pid="6" name="TemplafyLanguageCode">
    <vt:lpwstr>en-GB</vt:lpwstr>
  </property>
</Properties>
</file>